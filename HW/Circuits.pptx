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70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8CBAD"/>
    <a:srgbClr val="C3136B"/>
    <a:srgbClr val="4472C4"/>
    <a:srgbClr val="70AD47"/>
    <a:srgbClr val="9DC3E6"/>
    <a:srgbClr val="AFABAB"/>
    <a:srgbClr val="00B050"/>
    <a:srgbClr val="00B0F0"/>
    <a:srgbClr val="C5E0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28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87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D9496-3C80-45BF-8DC2-5B217C32EB93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25E6E-BDD8-4249-A550-FCAA89244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2106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D9496-3C80-45BF-8DC2-5B217C32EB93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25E6E-BDD8-4249-A550-FCAA89244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6286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D9496-3C80-45BF-8DC2-5B217C32EB93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25E6E-BDD8-4249-A550-FCAA89244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3935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D9496-3C80-45BF-8DC2-5B217C32EB93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25E6E-BDD8-4249-A550-FCAA89244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269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D9496-3C80-45BF-8DC2-5B217C32EB93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25E6E-BDD8-4249-A550-FCAA89244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8360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D9496-3C80-45BF-8DC2-5B217C32EB93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25E6E-BDD8-4249-A550-FCAA89244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0041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D9496-3C80-45BF-8DC2-5B217C32EB93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25E6E-BDD8-4249-A550-FCAA89244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6011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D9496-3C80-45BF-8DC2-5B217C32EB93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25E6E-BDD8-4249-A550-FCAA89244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6220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D9496-3C80-45BF-8DC2-5B217C32EB93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25E6E-BDD8-4249-A550-FCAA89244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3679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D9496-3C80-45BF-8DC2-5B217C32EB93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25E6E-BDD8-4249-A550-FCAA89244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5090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D9496-3C80-45BF-8DC2-5B217C32EB93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25E6E-BDD8-4249-A550-FCAA89244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4618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ED9496-3C80-45BF-8DC2-5B217C32EB93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F25E6E-BDD8-4249-A550-FCAA89244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682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도표, 라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7EA8E8B-37A7-D047-84B9-7E11ED022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391" y="169160"/>
            <a:ext cx="6013259" cy="64786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A8BA44-9AFB-C309-AB4B-4FE99182E5FC}"/>
              </a:ext>
            </a:extLst>
          </p:cNvPr>
          <p:cNvSpPr txBox="1"/>
          <p:nvPr/>
        </p:nvSpPr>
        <p:spPr>
          <a:xfrm>
            <a:off x="6993671" y="2077375"/>
            <a:ext cx="1343223" cy="8463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Display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CS : GPIO 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DC : GPIO 25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RST : GPIO 22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AE87BA-5230-05C9-DB71-95130FB9C2EC}"/>
              </a:ext>
            </a:extLst>
          </p:cNvPr>
          <p:cNvSpPr txBox="1"/>
          <p:nvPr/>
        </p:nvSpPr>
        <p:spPr>
          <a:xfrm>
            <a:off x="6993671" y="2923761"/>
            <a:ext cx="1343223" cy="8463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Display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CS : GPIO 6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DC : GPIO 24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RST : GPIO 27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7F476E-6451-E562-EABB-1883F1A2B1A0}"/>
              </a:ext>
            </a:extLst>
          </p:cNvPr>
          <p:cNvSpPr txBox="1"/>
          <p:nvPr/>
        </p:nvSpPr>
        <p:spPr>
          <a:xfrm>
            <a:off x="6993671" y="3770147"/>
            <a:ext cx="1343223" cy="8463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Display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CS : GPIO 13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DC : GPIO 23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RST : GPIO 17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9805C1-9FA7-9B75-72BD-1A80191B6C71}"/>
              </a:ext>
            </a:extLst>
          </p:cNvPr>
          <p:cNvSpPr txBox="1"/>
          <p:nvPr/>
        </p:nvSpPr>
        <p:spPr>
          <a:xfrm>
            <a:off x="6993671" y="4616533"/>
            <a:ext cx="1343223" cy="8463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Display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4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CS : GPIO 19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DC : GPIO 26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RST : GPIO 16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B19204-2822-09BE-FB89-102D161AD3F8}"/>
              </a:ext>
            </a:extLst>
          </p:cNvPr>
          <p:cNvSpPr txBox="1"/>
          <p:nvPr/>
        </p:nvSpPr>
        <p:spPr>
          <a:xfrm>
            <a:off x="6993671" y="1184823"/>
            <a:ext cx="1343223" cy="6771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5V LED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GND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5V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3FECA9-DD65-1237-377E-1E119852DE37}"/>
              </a:ext>
            </a:extLst>
          </p:cNvPr>
          <p:cNvSpPr txBox="1"/>
          <p:nvPr/>
        </p:nvSpPr>
        <p:spPr>
          <a:xfrm>
            <a:off x="6993671" y="169160"/>
            <a:ext cx="1343223" cy="10156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FC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GND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5V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TX : GPIO 14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RX : GPIO 15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B15016-443D-7DFC-6072-87316B12F2C6}"/>
              </a:ext>
            </a:extLst>
          </p:cNvPr>
          <p:cNvSpPr txBox="1"/>
          <p:nvPr/>
        </p:nvSpPr>
        <p:spPr>
          <a:xfrm>
            <a:off x="6993671" y="5462919"/>
            <a:ext cx="1920244" cy="11849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Display Common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SCL : GPIO 11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SDA : GPIO 10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GND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VCC : 3.3V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BLK : 3.3V</a:t>
            </a:r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7F966272-0670-5D38-F1A8-CD0BE74434FA}"/>
              </a:ext>
            </a:extLst>
          </p:cNvPr>
          <p:cNvCxnSpPr>
            <a:endCxn id="11" idx="1"/>
          </p:cNvCxnSpPr>
          <p:nvPr/>
        </p:nvCxnSpPr>
        <p:spPr>
          <a:xfrm>
            <a:off x="2118886" y="346841"/>
            <a:ext cx="4874785" cy="330151"/>
          </a:xfrm>
          <a:prstGeom prst="bentConnector3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AF6601D4-F054-E618-7ABF-325DB969F5E0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2037956" y="1407335"/>
            <a:ext cx="4955715" cy="116042"/>
          </a:xfrm>
          <a:prstGeom prst="bentConnector3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CE60C4BC-DD2C-0945-26C9-CDAC2822BB1A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2118886" y="2500568"/>
            <a:ext cx="4874785" cy="22514"/>
          </a:xfrm>
          <a:prstGeom prst="bentConnector3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9492B17F-A7C0-6868-D780-48467EB11C28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2118885" y="3346954"/>
            <a:ext cx="4874786" cy="250068"/>
          </a:xfrm>
          <a:prstGeom prst="bentConnector3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22A6B5FA-D51A-6533-1ABF-00107E3E11D1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2118885" y="4193340"/>
            <a:ext cx="4874786" cy="509755"/>
          </a:xfrm>
          <a:prstGeom prst="bentConnector3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CD7813E2-29BA-D4E1-C8B4-3F6BBBA19EDB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2118885" y="5039726"/>
            <a:ext cx="4874786" cy="760785"/>
          </a:xfrm>
          <a:prstGeom prst="bentConnector3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2919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D5E11625A140B1419535B7D37FAD2987" ma:contentTypeVersion="0" ma:contentTypeDescription="새 문서를 만듭니다." ma:contentTypeScope="" ma:versionID="6a58a69665b98ec9656e2f1482d5383b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2093c7c098efc1c3791dc67acb79a58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E4F379C-8758-4388-88B2-C91D88E9981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8027BE7-3E67-4583-B029-058346E41E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D55A69C7-D97F-4A5D-A2B5-9FA7A0321137}">
  <ds:schemaRefs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purl.org/dc/elements/1.1/"/>
    <ds:schemaRef ds:uri="http://purl.org/dc/dcmitype/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9979</TotalTime>
  <Words>88</Words>
  <Application>Microsoft Office PowerPoint</Application>
  <PresentationFormat>화면 슬라이드 쇼(4:3)</PresentationFormat>
  <Paragraphs>30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윤석주</dc:creator>
  <cp:lastModifiedBy>석주 윤</cp:lastModifiedBy>
  <cp:revision>115</cp:revision>
  <dcterms:created xsi:type="dcterms:W3CDTF">2023-05-04T06:08:12Z</dcterms:created>
  <dcterms:modified xsi:type="dcterms:W3CDTF">2026-01-18T13:35:03Z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0x010100D5E11625A140B1419535B7D37FAD2987</vt:lpwstr>
  </property>
</Properties>
</file>